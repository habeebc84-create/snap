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SecureDoc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that runs entirely on your device.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Habeeb  |  B.Tech CSE (AI &amp; ML), Saveetha School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documents (IDs, invoices, contracts, medical records) need to be read and processed.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tools upload files to a cloud server, which exposes the data to third parties.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users and regulated teams often cannot use them at all.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scans and photos into searchable text.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document type automatically.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key fields as structured data.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locally. No document ever leaves the device.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on-device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files are never uploaded or stored remotely.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fits data-protection needs in legal, finance and healthcare.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users can verify that no network calls carry document data.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works offline, with no per-document API cost.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handling personal and financial paperwork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and clinics with confidential records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4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cannot send files to external AI services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SecureDoc AI: your documents, your device, your control.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2026-09-30T10:10:21Z</dcterms:created>
  <dcterms:modified xsi:type="dcterms:W3CDTF">2026-09-30T10:10:21Z</dcterms:modified>
</cp:coreProperties>
</file>